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Calibri"/>
              </a:rPr>
              <a:t>FINAL SUBMISSION READINESS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1F2D3D"/>
                </a:solidFill>
                <a:latin typeface="Calibri"/>
              </a:rPr>
              <a:t>StockKeep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B7280"/>
                </a:solidFill>
                <a:latin typeface="Calibri"/>
              </a:rPr>
              <a:t>What's done, what's verified live, and what still needs your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840480" cy="1"/>
          </a:xfrm>
          <a:prstGeom prst="rect">
            <a:avLst/>
          </a:prstGeom>
          <a:solidFill>
            <a:srgbClr val="E2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Name: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Prince Ephraim Quarshie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18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ID: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22424601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Institution: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University of Ghana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766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Department: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058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Module / Course: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CSCD602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Supervisor: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Prof. Solomon Mensah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642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Date: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14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9CA3AF"/>
                </a:solidFill>
                <a:latin typeface="Calibri"/>
              </a:rPr>
              <a:t>Supersedes an earlier draft written before the code-level remediation pass in Technical_Debt_Plan.pdf.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 Materially Stronger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 full remediation pass was carried out, not just documentation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6 technical-debt items fixed, pushed to GitHub, live on Vercel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 7th, more severe live-only defect found and mitigated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The manual "Demo Data Generator" feature removed — system now comes pre-populated automatically instead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Every claim below was checked live, not assumed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Documentation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Project_Documentation.pdf — master report, 37 sections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SRS.pptx — this deck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Testing_Report.pdf — 3 testing passes, 37+ live test cases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Technical_Debt_Plan.pdf — 15-item register, live-verified status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User_Manual.pdf — updated for every UI change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Deployment_and_Source_Links.pptx — real, verified live links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Code Fixes Actually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Passcode hashing + Settings.passcode as real login source of truth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/api/seed secured — can no longer be triggered without authentication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Login rate limiting (5 attempts / 5 minutes)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Secrets no longer returned by the Settings API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AI model fixed after confirming 2 prior model names were retired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Root-caused and fixed the HTTP 500 validation bug (Zod v4 API rename)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Live database failure found &amp; mitigated (Vercel /tmp workaround)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"Demo Data Generator" button removed; system is pre-populated instead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REQUIRES STUDENT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Almost Nothing 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All placeholder fields (name, ID, institution, module, supervisor) filled in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If the live passcode is changed from its initial value, update Deployment_and_Source_Links accordingly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REQUIRES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Before Final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UI / rendered-browser testing — all testing here is API-level; no browser automation was available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Screenshots — capture from the now-working live site for User_Manual.pdf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Data persistence over time — the /tmp workaround is not guaranteed indefinite; add demo data shortly before presenting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Usability, load/performance, and formal security testing remain unexecuted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MISSING / INCOMPLETE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Open by Design, Not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B42424"/>
                </a:solidFill>
                <a:latin typeface="Calibri"/>
              </a:rPr>
              <a:t>✗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Automated test suite (TD-07) — genuine code-level gap, correctly scoped out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2424"/>
                </a:solidFill>
                <a:latin typeface="Calibri"/>
              </a:rPr>
              <a:t>✗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CSRF protection &amp; security response headers (TD-04, TD-05)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Durable database migration — live site works now via a stopgap; a managed database is still recommended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Frontend decomposition, pagination, and other Version 2.0 items — deliberately deprioritised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REPOSITORY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One Thing Worth Reviewing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A separate commit ("updates") appeared on main during this session, bundling in this documentation package's own output files plus an unrelated file reorganisation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Not a deliberate action of this remediation pass — reflects the repository's committed state at that point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Recommended: decide whether the documentation .zip/PDFs should live inside the source repo, or be removed in a follow-up commit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RECOMMENDED FINAL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1.  Capture real screenshots from the live site for User_Manual.pdf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2.  Manually click through the core flows in a browser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3.  Decide on keeping/removing the doc package from the GitHub repo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4.  Consider a managed-database migration if a durable live demo matters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5.  Upload StudentID_StockKeep.zip to SAKAI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Ready to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Documentation: complete and internally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Code: 7 real issues found and fixed, all verified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Live site: functional, secured, and tested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Remaining items: disclosed honestly, not hidden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