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Calibri"/>
              </a:rPr>
              <a:t>DEPLOYMENT &amp; SOURCE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1F2D3D"/>
                </a:solidFill>
                <a:latin typeface="Calibri"/>
              </a:rPr>
              <a:t>StockKeep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6B7280"/>
                </a:solidFill>
                <a:latin typeface="Calibri"/>
              </a:rPr>
              <a:t>Live application, source repository, and access details — verified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3840480" cy="1"/>
          </a:xfrm>
          <a:prstGeom prst="rect">
            <a:avLst/>
          </a:prstGeom>
          <a:solidFill>
            <a:srgbClr val="E2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Student Name: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Prince Ephraim Quarshie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18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Student ID: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22424601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474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Institution: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University of Ghana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766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Department: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Computer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058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Module / Course: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CSCD602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Supervisor: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Prof. Solomon Mensah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642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Date: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14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9CA3AF"/>
                </a:solidFill>
                <a:latin typeface="Calibri"/>
              </a:rPr>
              <a:t>Every link and status claim here was checked live via direct HTTP requests, not assumed.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LIVE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Where to Find StockKeep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Live URL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F766E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https://ai-stock-keep-tracker.vercel.app/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Hosted on Vercel, auto-deployed from the main branch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Source Repository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F766E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https://github.com/quarshie133/AI-StockKeep-Tracker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Public repository; all fixes described in this package were pushed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Credentials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0"/>
              </a:tblGrid>
              <a:tr h="475488"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Test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1234 (initial/default — shown on the login screen itself)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Test Username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Not applicable — single shared passcode, no individual accounts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Admin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Not applicable — no separate admin role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Admin Username / Password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Not applicable — see above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31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If the passcode no longer matches when you test the live link, someone has since changed it via Settings — contact the student for the current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VERIFICATION PERFORMED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Checked Live Immediately Before Finalising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4572000"/>
              </a:tblGrid>
              <a:tr h="475488"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Live URL reachable, renders login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0F766E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Login with the Test Password above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0F766E"/>
                          </a:solidFill>
                          <a:latin typeface="Calibri"/>
                        </a:rPr>
                        <a:t>200 OK, session established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Unauthenticated write to /api/seed (should be blocked)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0F766E"/>
                          </a:solidFill>
                          <a:latin typeface="Calibri"/>
                        </a:rPr>
                        <a:t>401 Unauthorized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Authenticated read of inventory data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0F766E"/>
                          </a:solidFill>
                          <a:latin typeface="Calibri"/>
                        </a:rPr>
                        <a:t>200 OK, real data returned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Authenticated write (item creation)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0F766E"/>
                          </a:solidFill>
                          <a:latin typeface="Calibri"/>
                        </a:rPr>
                        <a:t>201 Created, persisted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Authenticated read of analytics data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0F766E"/>
                          </a:solidFill>
                          <a:latin typeface="Calibri"/>
                        </a:rPr>
                        <a:t>200 OK, real data returned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8289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Full raw evidence: Supporting_Files/Test_Evidence/live_production_evidence.log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IMPORTANT CAVEAT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Data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The live database runs on SQLite via a Vercel-specific workaround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The bundled database file is copied into Vercel's writable /tmp directory on cold start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This was necessary — without it, every data operation on the live site failed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/tmp is ephemeral: data added during a session may not persist indefinitely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If grading depends on demo data remaining visible, add it shortly before presenting rather than relying on older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NOTES FOR THE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Before Further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Never commit or publish the real GEMINI_API_KEY or Resend API key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Confirm Vercel's environment variables are set independently of any local .env.local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Consider a managed database (Vercel Postgres / Neon / Turso) to replace the /tmp workaround for durable data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If the Test Password changes after this document is finalised, update this 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Deployment Confirmed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Application: reachable, authenticated, functional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Security: unauthenticated write access blocked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Data: reads and writes both confirmed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Source: publicly available on GitHub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