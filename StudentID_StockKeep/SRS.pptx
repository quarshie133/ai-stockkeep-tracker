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Calibri"/>
              </a:rPr>
              <a:t>SOFTWARE REQUIREMENTS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400" b="1" i="0">
                <a:solidFill>
                  <a:srgbClr val="1F2D3D"/>
                </a:solidFill>
                <a:latin typeface="Calibri"/>
              </a:rPr>
              <a:t>StockKeep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6B7280"/>
                </a:solidFill>
                <a:latin typeface="Calibri"/>
              </a:rPr>
              <a:t>AI Shop Inventory &amp; Stock Tracking System — Requirements Specification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3840480" cy="1"/>
          </a:xfrm>
          <a:prstGeom prst="rect">
            <a:avLst/>
          </a:prstGeom>
          <a:solidFill>
            <a:srgbClr val="E2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Student Name: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Prince Ephraim Quarshie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183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Student ID: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22424601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4748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Institution: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University of Ghana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766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Department: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Computer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058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Module / Course: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CSCD602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Supervisor: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Prof. Solomon Mensah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642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Date:  </a:t>
            </a:r>
            <a:r>
              <a:rPr sz="1300" b="0" i="0">
                <a:solidFill>
                  <a:srgbClr val="1F2D3D"/>
                </a:solidFill>
                <a:latin typeface="Calibri"/>
              </a:rPr>
              <a:t>14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9CA3AF"/>
                </a:solidFill>
                <a:latin typeface="Calibri"/>
              </a:rPr>
              <a:t>Every requirement below reflects functionality verified directly in the source code and, where noted, by live testing — not written speculatively.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What This Document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Purpose, scope, and product perspective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Stakeholders and user classes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23 functional requirements (FR-01–FR-23)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11 non-functional requirements (NFR-01–NFR-11)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System interfaces, database, authentication &amp; security requirements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Constraints, assumptions, acceptance criteria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Requirements prioritisation (MoSCoW) &amp; traceability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Purpose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Purpose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Define functional &amp; non-functional requirements for StockKeep, a single-shop inventory and stock-tracking web app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Written for the examiner, and as a reference for future development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Scope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Inventory, stock movements, sales, suppliers, reports, AI assistant, settings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Out of scope: multi-user accounts, barcode scanning, multi-store, 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Product Perspective &amp;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Self-contained Next.js 16 full-stack app — not a component of a larger system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Integrates with two external services: Google Gemini (AI) and Resend (email)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Persists to SQLite via Prisma 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474720" cy="4480560"/>
          </a:xfrm>
          <a:prstGeom prst="rect">
            <a:avLst/>
          </a:prstGeom>
          <a:solidFill>
            <a:srgbClr val="E3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572768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66E"/>
                </a:solidFill>
                <a:latin typeface="Calibri"/>
              </a:rPr>
              <a:t>Stakeholders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1F2D3D"/>
                </a:solidFill>
                <a:latin typeface="Calibri"/>
              </a:rPr>
              <a:t>Shop owner / manager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1F2D3D"/>
                </a:solidFill>
                <a:latin typeface="Calibri"/>
              </a:rPr>
              <a:t>Shop staff (end user)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1F2D3D"/>
                </a:solidFill>
                <a:latin typeface="Calibri"/>
              </a:rPr>
              <a:t>Student developer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1F2D3D"/>
                </a:solidFill>
                <a:latin typeface="Calibri"/>
              </a:rPr>
              <a:t>Module supervisor / examiner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 b="0" i="0">
                <a:solidFill>
                  <a:srgbClr val="1F2D3D"/>
                </a:solidFill>
                <a:latin typeface="Calibri"/>
              </a:rPr>
              <a:t>Suppliers (data only, not users)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User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Shop Staff (Passcode User)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Any person who knows the shared passcode has full, identical access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No role separation between "staff" and "admin" exists in the code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External AI Service (Google Gemini)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Non-human actor; the system remains fully functional via fallback logic if unavailable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Functional Requirements (FR-01–FR-23)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432261"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ID Range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FR-01–FR-04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Authentication, session, 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Dashboard &amp; analytics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FR-06–FR-10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Inventory item CRUD, search/filter, detail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FR-11–FR-14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Stock adjustment, zero-floor rule, atomic transaction, low-stock email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Sales recording with stock reconciliation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FR-16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Supplier CRUD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Inventory / dead-stock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FR-18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Store settings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32261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FR-19–FR-22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AI chat, description, forecast, insights — each with deterministic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FR-23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Automatic first-run data population (no manual "generate demo data" step)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Non-Functional Requirements —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Route protection on every request except /login, /api/auth/*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Passcode hashing at rest (scrypt) — RESOLVED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Login rate limiting (5 attempts / 5 min) — RESOLVED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Settings API no longer exposes raw secrets — RESOLVED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~ CSRF protection — still open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~ Security response headers (CSP/HSTS) — still open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Non-Functional Requirements — Reliability &amp;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AI routes degrade gracefully — never return HTTP 500 — verified live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Genuine AI output confirmed after switching to gemini-flash-latest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Atomic writes (Prisma $transaction) for stock adjustment &amp; sales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+ Stock quantity can never go negative — verified live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5309"/>
                </a:solidFill>
                <a:latin typeface="Calibri"/>
              </a:rPr>
              <a:t>▲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~ Live database was completely broken on Vercel — mitigated via a /tmp workaround; durable managed database still recommended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2424"/>
                </a:solidFill>
                <a:latin typeface="Calibri"/>
              </a:rPr>
              <a:t>✗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! Zero automated test coverage — still open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Interfaces, Database &amp;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System Interfaces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Browser ↔ Next.js server (HTTPS, JSON, cookie session)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Server ↔ SQLite via Prisma (parameterised queries only)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Server ↔ Gemini API (gemini-flash-latest) and Resend API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Database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5 Prisma models: Item, StockMovement, Sale, Supplier, Settings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Authentication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F766E"/>
                </a:solidFill>
                <a:latin typeface="Calibri"/>
              </a:rPr>
              <a:t>✓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Settings.passcode (hashed) is now the real login source of truth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SECURITY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Status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SEC-01  Parameterised queries only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SEC-02  Secrets via environment variables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SEC-03  Resend key no longer exposed to client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SEC-04  /api/seed requires authentication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SEC-05  Login rate limiting active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2424"/>
                </a:solidFill>
                <a:latin typeface="Calibri"/>
              </a:rPr>
              <a:t>✗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SEC-06  CSRF protection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42424"/>
                </a:solidFill>
                <a:latin typeface="Calibri"/>
              </a:rPr>
              <a:t>✗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SEC-07  Security response headers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CONSTRAINTS &amp;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What Bounds This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Constraints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Next.js 16 App Router, React 19, Node.js runtime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Prisma + SQLite as configured; AI features depend on Gemini availability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Built under a short, fixed development window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Assumptions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Single physical shop location; staff share equal trust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6B7280"/>
                </a:solidFill>
                <a:latin typeface="Calibri"/>
              </a:rPr>
              <a:t>Internet available for AI/email, but core inventory ops work offline-tolerant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ACCEPTANCE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When Is StockKeep "Done"?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All 23 functional requirements exercised end-to-end without an uncaught error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No unauthenticated request can read or modify data — verified live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AI routes return HTTP 200 even if Gemini is unavailable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Stock quantities never go negative under any request sequence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F766E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1F2D3D"/>
                </a:solidFill>
                <a:latin typeface="Calibri"/>
              </a:rPr>
              <a:t>Any remaining gap is disclosed to the examiner, not hidden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PRIORITISATION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Requirements Prioritisation (MoSCoW)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475488"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 tIns="50800" bIns="50800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Auth (FR-01–04), core inventory CRUD + stock adjustment, sales (FR-15)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Should have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Dashboard, suppliers/reports/settings, AI graceful degradation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Could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AI chat / describe / forecast / insights (FR-19–22)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Won't have (this version)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 tIns="38100" bIns="38100"/>
                    <a:lstStyle/>
                    <a:p>
                      <a:r>
                        <a:rPr sz="1150" b="0" i="0">
                          <a:solidFill>
                            <a:srgbClr val="1F2D3D"/>
                          </a:solidFill>
                          <a:latin typeface="Calibri"/>
                        </a:rPr>
                        <a:t>Multi-user roles, barcode scanning, multi-store, automated test suite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i="0">
                <a:solidFill>
                  <a:srgbClr val="E3F4F2"/>
                </a:solidFill>
                <a:latin typeface="Calibri"/>
              </a:rPr>
              <a:t>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Where the Evidence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Every FR / NFR / AUTH / SEC ID maps to a test case and a source file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Full matrix: Supporting_Files/Requirements_Traceability/requirements_traceability_matrix.md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Live test evidence: Testing_Report.pdf and Supporting_Files/Test_Evidence/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F2D3D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F2D3D"/>
                </a:solidFill>
                <a:latin typeface="Calibri"/>
              </a:rPr>
              <a:t>This SRS is written to remain fully consistent with Project_Documentation.pdf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SRS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23 functional + 11 non-functional requirements, fully traceable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6 of 7 flagged gaps resolved and verified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1 item (durable database) intentionally deferred with a documented interim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3F4F2"/>
                </a:solidFill>
                <a:latin typeface="Calibri"/>
              </a:rPr>
              <a:t>See Testing_Report.pdf and Technical_Debt_Plan.pdf for full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StockKeep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